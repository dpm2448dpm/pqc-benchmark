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ublic Sans" charset="1" panose="00000000000000000000"/>
      <p:regular r:id="rId10"/>
    </p:embeddedFont>
    <p:embeddedFont>
      <p:font typeface="Playfair Display" charset="1" panose="00000500000000000000"/>
      <p:regular r:id="rId11"/>
    </p:embeddedFont>
    <p:embeddedFont>
      <p:font typeface="Public Sans Bold" charset="1" panose="00000000000000000000"/>
      <p:regular r:id="rId12"/>
    </p:embeddedFont>
    <p:embeddedFont>
      <p:font typeface="Playfair Display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7D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17564" y="255901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638897" y="8949690"/>
            <a:ext cx="4444445" cy="1150000"/>
          </a:xfrm>
          <a:custGeom>
            <a:avLst/>
            <a:gdLst/>
            <a:ahLst/>
            <a:cxnLst/>
            <a:rect r="r" b="b" t="t" l="l"/>
            <a:pathLst>
              <a:path h="1150000" w="4444445">
                <a:moveTo>
                  <a:pt x="0" y="0"/>
                </a:moveTo>
                <a:lnTo>
                  <a:pt x="4444445" y="0"/>
                </a:lnTo>
                <a:lnTo>
                  <a:pt x="4444445" y="1150000"/>
                </a:lnTo>
                <a:lnTo>
                  <a:pt x="0" y="11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5740" y="2773044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EFEEE7"/>
                </a:solidFill>
                <a:latin typeface="Public Sans"/>
                <a:ea typeface="Public Sans"/>
                <a:cs typeface="Public Sans"/>
                <a:sym typeface="Public Sans"/>
              </a:rPr>
              <a:t>ALGORITMOS E IMPACTO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831" y="1285875"/>
            <a:ext cx="16408332" cy="117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3"/>
              </a:lnSpc>
            </a:pPr>
            <a:r>
              <a:rPr lang="en-US" sz="9399" spc="46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Criptografía Postcuántica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Tutor: Pau del Canto Rodrigo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Profesor: Victor Garcia Font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Curso 2025/2026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11820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DARÍO PÉREZ MARTÍN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A6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84844" y="2225611"/>
            <a:ext cx="11416321" cy="555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¿Puede la computación cuántica vulnerar la seguridad criptográfica?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¿Se puede evaluar la capacidad de algoritmos postcuánticos frente a la de esquemas criptográficos clásicos?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¿Es posible la transición hacia la criptografía postcuántica actualmente?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¿Cuáles son los costes y consecuencias de esta transición?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38897" y="8949690"/>
            <a:ext cx="4444445" cy="1150000"/>
          </a:xfrm>
          <a:custGeom>
            <a:avLst/>
            <a:gdLst/>
            <a:ahLst/>
            <a:cxnLst/>
            <a:rect r="r" b="b" t="t" l="l"/>
            <a:pathLst>
              <a:path h="1150000" w="4444445">
                <a:moveTo>
                  <a:pt x="0" y="0"/>
                </a:moveTo>
                <a:lnTo>
                  <a:pt x="4444445" y="0"/>
                </a:lnTo>
                <a:lnTo>
                  <a:pt x="4444445" y="1150000"/>
                </a:lnTo>
                <a:lnTo>
                  <a:pt x="0" y="11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CRIPTOGRAFÍA POSTCUÁNTICA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4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EFEEE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METODOLOGÍA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16303" y="2256778"/>
            <a:ext cx="11117460" cy="7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2799" b="true">
                <a:solidFill>
                  <a:srgbClr val="EFEEE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Desarrollo teórico-práctico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38897" y="8949690"/>
            <a:ext cx="4444445" cy="1150000"/>
          </a:xfrm>
          <a:custGeom>
            <a:avLst/>
            <a:gdLst/>
            <a:ahLst/>
            <a:cxnLst/>
            <a:rect r="r" b="b" t="t" l="l"/>
            <a:pathLst>
              <a:path h="1150000" w="4444445">
                <a:moveTo>
                  <a:pt x="0" y="0"/>
                </a:moveTo>
                <a:lnTo>
                  <a:pt x="4444445" y="0"/>
                </a:lnTo>
                <a:lnTo>
                  <a:pt x="4444445" y="1150000"/>
                </a:lnTo>
                <a:lnTo>
                  <a:pt x="0" y="11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6303" y="3415780"/>
            <a:ext cx="7735618" cy="555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Estudio Teórico: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Sentar las bases de la cuántica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Comprender el contexto cuántico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Entender la necesidad de la criptografía postcuántica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Analizar las bases matemáticas de los algoritmos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1088" y="3415780"/>
            <a:ext cx="7735618" cy="474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Trabajo Práctico: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Selección de hardware adecuado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Estandarización de entorno hardware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Configuración y Scripting de los test</a:t>
            </a:r>
          </a:p>
          <a:p>
            <a:pPr algn="l" marL="604519" indent="-302260" lvl="1">
              <a:lnSpc>
                <a:spcPts val="6383"/>
              </a:lnSpc>
              <a:buFont typeface="Arial"/>
              <a:buChar char="•"/>
            </a:pPr>
            <a:r>
              <a:rPr lang="en-US" sz="2799">
                <a:solidFill>
                  <a:srgbClr val="EFEEE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Obtención de resultados y comparativas</a:t>
            </a:r>
          </a:p>
          <a:p>
            <a:pPr algn="l">
              <a:lnSpc>
                <a:spcPts val="638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97B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RESULTADOS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16303" y="1899193"/>
            <a:ext cx="13964500" cy="6411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Comprensión de los </a:t>
            </a: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fundamentos matemáticos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los algoritmos postcuánticos</a:t>
            </a:r>
          </a:p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Scripts para la</a:t>
            </a: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obtención de datos e información unificada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los equipos que permite su estudio</a:t>
            </a:r>
          </a:p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Estudio comparativo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que determina la </a:t>
            </a: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viabilidad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con matices de la criptografía postcuántica</a:t>
            </a:r>
          </a:p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Detección de límites y problemas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en la migración/estandarización de algoritmos postcuánticos</a:t>
            </a:r>
          </a:p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b="true" sz="2799">
                <a:solidFill>
                  <a:srgbClr val="0097B2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Evaluación de rendimientos, impacto y consecuencias </a:t>
            </a: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 la criptografía postcuántica sobre el hardware seleccionado</a:t>
            </a:r>
          </a:p>
          <a:p>
            <a:pPr algn="l" marL="604519" indent="-302260" lvl="1">
              <a:lnSpc>
                <a:spcPts val="5151"/>
              </a:lnSpc>
              <a:buFont typeface="Arial"/>
              <a:buChar char="•"/>
            </a:pPr>
            <a:r>
              <a:rPr lang="en-US" sz="2799">
                <a:solidFill>
                  <a:srgbClr val="0097B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Obtención de conclusiones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38897" y="8949690"/>
            <a:ext cx="4444445" cy="1150000"/>
          </a:xfrm>
          <a:custGeom>
            <a:avLst/>
            <a:gdLst/>
            <a:ahLst/>
            <a:cxnLst/>
            <a:rect r="r" b="b" t="t" l="l"/>
            <a:pathLst>
              <a:path h="1150000" w="4444445">
                <a:moveTo>
                  <a:pt x="0" y="0"/>
                </a:moveTo>
                <a:lnTo>
                  <a:pt x="4444445" y="0"/>
                </a:lnTo>
                <a:lnTo>
                  <a:pt x="4444445" y="1150000"/>
                </a:lnTo>
                <a:lnTo>
                  <a:pt x="0" y="115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DAG-T99NspY</dc:identifier>
  <dcterms:modified xsi:type="dcterms:W3CDTF">2011-08-01T06:04:30Z</dcterms:modified>
  <cp:revision>1</cp:revision>
  <dc:title>Copy of TFMDarioPerezMartin</dc:title>
</cp:coreProperties>
</file>